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3" autoAdjust="0"/>
    <p:restoredTop sz="94660"/>
  </p:normalViewPr>
  <p:slideViewPr>
    <p:cSldViewPr snapToGrid="0">
      <p:cViewPr varScale="1">
        <p:scale>
          <a:sx n="76" d="100"/>
          <a:sy n="76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0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9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88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99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44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6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0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0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11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6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5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725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4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59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76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22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30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557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9EEE-CBBE-4102-8D4A-9EFFEF3CF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9613" y="704675"/>
            <a:ext cx="6624326" cy="1362862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Titanic Survival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30457" y="2523999"/>
            <a:ext cx="4437625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CI345 Machine Learning Final Project</a:t>
            </a:r>
          </a:p>
          <a:p>
            <a:pPr algn="ctr"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Arsilbhai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Salimbhai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Vahora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Efrain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Jacobo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Cheikhna Cheikh Sidatte Diop</a:t>
            </a:r>
          </a:p>
        </p:txBody>
      </p:sp>
    </p:spTree>
    <p:extLst>
      <p:ext uri="{BB962C8B-B14F-4D97-AF65-F5344CB8AC3E}">
        <p14:creationId xmlns:p14="http://schemas.microsoft.com/office/powerpoint/2010/main" val="53707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C5FB-8074-406F-A3C1-30129FEC9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0587" y="838200"/>
            <a:ext cx="8761413" cy="706964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2CE18-15E9-40BE-A88E-775F9F611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Problem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 if a passenger survived the Titanic disaster (yes/no)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features: sex, age, passenger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Historical dataset with social &amp; economic insights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Goal: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accurate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meaningful insights</a:t>
            </a:r>
          </a:p>
        </p:txBody>
      </p:sp>
    </p:spTree>
    <p:extLst>
      <p:ext uri="{BB962C8B-B14F-4D97-AF65-F5344CB8AC3E}">
        <p14:creationId xmlns:p14="http://schemas.microsoft.com/office/powerpoint/2010/main" val="395051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705E-36DC-4F85-A6A4-080CC4EF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211" y="1017210"/>
            <a:ext cx="8761413" cy="706964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76C72-BF35-46D7-85BA-CB4FEF5A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1,309 passengers (rows)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 columns: names, survived (target), sex, age, passenger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Missing values: ~263 in age (~20%)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 distribution: ~38% survived (imbalanced)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types: 1 numeric, 3 categorical</a:t>
            </a:r>
          </a:p>
        </p:txBody>
      </p:sp>
    </p:spTree>
    <p:extLst>
      <p:ext uri="{BB962C8B-B14F-4D97-AF65-F5344CB8AC3E}">
        <p14:creationId xmlns:p14="http://schemas.microsoft.com/office/powerpoint/2010/main" val="239912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DCA8-37A6-43FF-BEC3-A4DA100B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411" y="838200"/>
            <a:ext cx="8761413" cy="842432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F14C2-471E-4F39-B1C5-DEBA7F14A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Females: ~74% survival rate vs ~19% for males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1st class passengers had significantly higher survival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Children &amp; women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("women and children first")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Sex and passenger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are the strongest predictors</a:t>
            </a:r>
          </a:p>
        </p:txBody>
      </p:sp>
    </p:spTree>
    <p:extLst>
      <p:ext uri="{BB962C8B-B14F-4D97-AF65-F5344CB8AC3E}">
        <p14:creationId xmlns:p14="http://schemas.microsoft.com/office/powerpoint/2010/main" val="27325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98B2-6DF4-40E6-B562-32ECEA7E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45" y="203008"/>
            <a:ext cx="8761413" cy="632375"/>
          </a:xfrm>
        </p:spPr>
        <p:txBody>
          <a:bodyPr>
            <a:normAutofit fontScale="90000"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1184-07DA-474F-AF55-06FA19FA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332" y="1279240"/>
            <a:ext cx="3670253" cy="1888073"/>
          </a:xfrm>
        </p:spPr>
        <p:txBody>
          <a:bodyPr>
            <a:normAutofit fontScale="55000" lnSpcReduction="2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Visualizations: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Survival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Class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(Pie Chart)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Survival Rate by Passenger Class (Bar Chart)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(Histogram)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 by Passenger Class(Box plot</a:t>
            </a:r>
            <a:r>
              <a:rPr lang="en-US" b="1" dirty="0"/>
              <a:t>)</a:t>
            </a:r>
            <a:endParaRPr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B3BAF2-0B5F-4246-B6E6-7F41158EF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098" y="203007"/>
            <a:ext cx="4400419" cy="3513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B8FF25-6A20-4A06-8E08-DDA286096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904" y="3850547"/>
            <a:ext cx="4451087" cy="2888451"/>
          </a:xfrm>
          <a:prstGeom prst="rect">
            <a:avLst/>
          </a:prstGeom>
        </p:spPr>
      </p:pic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75B4590E-69DF-4B6E-8F72-46D69865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775" y="2341884"/>
            <a:ext cx="3877129" cy="3878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877B3C-7E50-4D38-BC8E-BCE706D51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29" y="3150616"/>
            <a:ext cx="3670252" cy="28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5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D2E4-2D69-4511-BE49-DF0C8B7F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30" y="1191383"/>
            <a:ext cx="8761413" cy="706964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CAD9F-9AF0-46C2-B67D-30FE090D2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Dropped irrelevant "names" column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Label Encoding: sex (male=0, female=1)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Label Encoding: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passengerClass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Median imputation for missing age values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Train-test split (70/30)</a:t>
            </a:r>
          </a:p>
        </p:txBody>
      </p:sp>
    </p:spTree>
    <p:extLst>
      <p:ext uri="{BB962C8B-B14F-4D97-AF65-F5344CB8AC3E}">
        <p14:creationId xmlns:p14="http://schemas.microsoft.com/office/powerpoint/2010/main" val="25103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2BC4-1BC2-4A9E-9753-98AF20BB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611" y="995439"/>
            <a:ext cx="8761413" cy="706964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BCD51-200C-4CC8-BED2-6542773BD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8"/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Classification Algorithms: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K-Nearest Neighbors (KNN) - k=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3,5,7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Tested with k = 3, k = 5, and k = 7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Best result with k = 5 (Accuracy ≈ 74%)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Decision Tree Classifier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default parameters with random state being 42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Linear Discriminant Analysis (LDA)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0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8C19-6683-4B87-8E54-6DA68A42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6097" y="1017211"/>
            <a:ext cx="8761413" cy="706964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AF5B8-38B0-4842-B70D-EA36882B7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KNN (k=5):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≈ 74%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 Tree: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≈ 73%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LDA: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≈ 72%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information about the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reports &amp; confusion matrices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code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98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8F3F-57F8-4F0D-89E9-D1FFE714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753" y="975848"/>
            <a:ext cx="8761413" cy="744460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65F9-2578-49B2-AABD-D4446991C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0" lvl="8" indent="0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Table:</a:t>
            </a:r>
          </a:p>
          <a:p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 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Accuracy | Precision | Recall | F1</a:t>
            </a:r>
          </a:p>
          <a:p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|----------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|-----------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|--------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|----</a:t>
            </a:r>
          </a:p>
          <a:p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   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0.74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~0.74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~0.73  | ~0.73</a:t>
            </a:r>
          </a:p>
          <a:p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 | 0.73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~0.73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~0.72  | ~0.72</a:t>
            </a:r>
          </a:p>
          <a:p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   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0.72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~0.71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~0.71  | ~0.71</a:t>
            </a:r>
          </a:p>
          <a:p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</a:p>
        </p:txBody>
      </p:sp>
    </p:spTree>
    <p:extLst>
      <p:ext uri="{BB962C8B-B14F-4D97-AF65-F5344CB8AC3E}">
        <p14:creationId xmlns:p14="http://schemas.microsoft.com/office/powerpoint/2010/main" val="176384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B649-9A49-414E-B5A0-DC71DEAE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983" y="838200"/>
            <a:ext cx="8761413" cy="706964"/>
          </a:xfrm>
        </p:spPr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91B70-889A-4ADA-AD04-BC6CA4EDE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677886"/>
            <a:ext cx="8825659" cy="3494314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Sex and passenger class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shown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survival factors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classification models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captured historical patterns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ligns with known Titanic history ("women and children first")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work: Ensemble methods, additional features</a:t>
            </a: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Thank You! Questions?</a:t>
            </a:r>
          </a:p>
        </p:txBody>
      </p:sp>
    </p:spTree>
    <p:extLst>
      <p:ext uri="{BB962C8B-B14F-4D97-AF65-F5344CB8AC3E}">
        <p14:creationId xmlns:p14="http://schemas.microsoft.com/office/powerpoint/2010/main" val="417242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176</TotalTime>
  <Words>479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Rockwell</vt:lpstr>
      <vt:lpstr>Times New Roman</vt:lpstr>
      <vt:lpstr>Damask</vt:lpstr>
      <vt:lpstr>Titanic Survival Prediction</vt:lpstr>
      <vt:lpstr>Problem Statement</vt:lpstr>
      <vt:lpstr>Dataset Overview</vt:lpstr>
      <vt:lpstr>DA Findings</vt:lpstr>
      <vt:lpstr>Visualizations</vt:lpstr>
      <vt:lpstr>Data Preprocessing</vt:lpstr>
      <vt:lpstr>Classifiers</vt:lpstr>
      <vt:lpstr>Results</vt:lpstr>
      <vt:lpstr>Comparison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Survival Dataset</dc:title>
  <dc:creator>Cheikhna Cheikh Sidatte Diop</dc:creator>
  <cp:lastModifiedBy>Cheikhna Cheikh Sidatte Diop</cp:lastModifiedBy>
  <cp:revision>11</cp:revision>
  <dcterms:created xsi:type="dcterms:W3CDTF">2026-06-15T15:55:34Z</dcterms:created>
  <dcterms:modified xsi:type="dcterms:W3CDTF">2026-06-16T18:40:08Z</dcterms:modified>
</cp:coreProperties>
</file>